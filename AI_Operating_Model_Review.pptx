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AI-First Operating Model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127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review, and three adjustments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working  ·  What I would tune  ·  What I am asking for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Half-time  ·  Two weeks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IS WORKING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weeks, half-time, AI-executed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6243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1,315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tested code shipped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9584" y="1965960"/>
            <a:ext cx="26243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58184" y="219456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758184" y="28803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73368" y="1965960"/>
            <a:ext cx="26243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1968" y="219456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8803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rigorously validated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17152" y="1965960"/>
            <a:ext cx="26243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45752" y="219456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3,498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445752" y="28803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indexed and queryable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23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delivered: a working MCP server (5 tools, 3 resources) connected to Claude Code, a 17-62x reduction in API cost found by measuring rather than guessing, and complete documentation for a 17,000-line codebase that had no version history.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E4F0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1389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almost none of it by hand. </a:t>
            </a:r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direction, acceptance criteria and decisions were mine; execution was the models'. That split works.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Progress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THAT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Execution is delegated. Judgment is not.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execute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346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code, tests, documentation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research sweeps at scale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refactoring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each other's output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488" y="201168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own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8346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is worth building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what “done” means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to stop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for the result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 is not slow execution. It is fast execution of the wrong thing, with no one deciding when to stop.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Operating model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804672"/>
            <a:ext cx="640080" cy="64008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35640" y="804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Replace code review with verification — not with nothing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two weeks the models introduced six real defects into work that looked finished: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with a relative path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194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would not start at all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exception type used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 rendered as a crash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type broke our own contract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an existing test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tokens returned per call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only by measuring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 in an analysis script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wrong output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4937760"/>
            <a:ext cx="10789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9377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character in a deliverable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9377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Cosmetic, shipped unnoticed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553212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E4F0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6235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was caught by verification, none by reading code. </a:t>
            </a:r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catch them automatically. No gates, and they ship.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Adjustment 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GATE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Claude builds. Codex reviews. Nothing merges unless both pass.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77440"/>
            <a:ext cx="566928" cy="56692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6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272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with full project context and tooling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377440"/>
            <a:ext cx="566928" cy="56692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6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272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reviews the diff cold — never sees the reasoning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01000" y="21031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66928" cy="56692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6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272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pass, guardrails clear, then it merges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57200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EFF1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709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rule that makes it work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29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reviewing model must never see the building model's reasoning. Independence is the entire value — a reviewer told why the code was written that way stops being a reviewer.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Multi-model architecture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804672"/>
            <a:ext cx="640080" cy="64008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35640" y="804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running 24/7 does not require humans running 24/7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677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B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runs unattended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61488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 overnight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at 50% cost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research sweeps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and verification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201168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6248" y="22677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needs a person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761488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build next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whether a result is real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anything irreversible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to stop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120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4F0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230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work produces a queue of completed tasks plus pending decisions. One person draining that queue each morning captures most of the value of continuous operation — at a fraction of the headcount. Multiple human shifts only pay off when decisions genuinely cannot wait 8 hours.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Adjustment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5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804672"/>
            <a:ext cx="640080" cy="64008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35640" y="804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Continuous execution, yes. Continuous unsupervised search, no.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6E9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left running 24/7 searching for a trading strategy will eventually find one that looks excellent and is not. That is arithmetic, not pessimism — the more combinations you test, the more likely one passes by chance alone.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 from our own two weeks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53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~1,000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run under full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397764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53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reached ROBUST or MODERATE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37576" y="397764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53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Several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“passed” without the stopping rule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eventually touches a live brokerage account. The stopping decision needs a human on it.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Adjustment 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TRAIN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shift model works — with one design rule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a train hands off cleanly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is already decided. The incoming driver inherits position and speed — nothing ambiguous. The track determines the destination.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783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4808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our work does not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3957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track. The driver is deciding where to lay it next — which depends on knowing why the last stretch went where it did.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E4F0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050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design rule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159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shifts at decision boundaries, not mid-decision. “Run this sweep and report” hands off cleanly. “Figure out whether trailing stops work” does not — it ends mid-judgment.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66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has to live in artifacts, not in anyone's head — which is what the documentation, the results index and the shared tooling now do. That work is the precondition for shifts, and it already exists.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Shift model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AM ASKING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things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76856"/>
            <a:ext cx="603504" cy="603504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768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8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488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Approve the Max upgrade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877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 is obviously correct — tooling cost is a rounding error against the throughput it buys.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648456"/>
            <a:ext cx="603504" cy="603504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6484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8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5204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 me build one component solo this week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959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low-risk, to calibrate what I can do unaided. Better to find the gap now than during certification.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7091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020056"/>
            <a:ext cx="603504" cy="603504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50200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8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892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 me turn our gates and handoff format into team onboarding material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3309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9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are staffing shifts, the handoff artifact is the thing that makes it work. I will write it once, for everyone.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Asks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640080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9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AI-First Operating Model Review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frontier models plus tooling lets me deliver two engineers' output at half-time.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provide execution. I provide direction, acceptance criteria and accountability. The spend is right; the dependency is that someone owns the judgment layer.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the investment in tooling and in training is landing.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2026-09-10T18:10:38Z</dcterms:created>
  <dcterms:modified xsi:type="dcterms:W3CDTF">2026-09-10T18:10:38Z</dcterms:modified>
</cp:coreProperties>
</file>