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Cambria"/>
              </a:rPr>
              <a:t>500 Strategy Validations — Verdict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Runs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2A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3A2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5502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ROBUST</c:v>
                  </c:pt>
                  <c:pt idx="1">
                    <c:v>MODERATE</c:v>
                  </c:pt>
                  <c:pt idx="2">
                    <c:v>FRAGILE</c:v>
                  </c:pt>
                  <c:pt idx="3">
                    <c:v>FAILED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29</c:v>
                </c:pt>
                <c:pt idx="3">
                  <c:v>471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32A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96596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FTMO Trading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Program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160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Research  •  Rigorous Validation  •  Real Capability Building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4892040"/>
            <a:ext cx="2011680" cy="0"/>
          </a:xfrm>
          <a:prstGeom prst="line">
            <a:avLst/>
          </a:prstGeom>
          <a:noFill/>
          <a:ln w="31750">
            <a:solidFill>
              <a:srgbClr val="E3A2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Review  —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Objectives, One Standard of Evidence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252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validate a trading approach with real, evidenced performance against Buy &amp; Hold — inside FTMO's strict risk-compliance rules.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4805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looks like: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strategy graded MODERATE or better by our validation engine — or an honest, evidenced conclusion that none exists yet.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52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8803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genuine, certifiable AI / agentic-engineering expertise — using this real codebase as the training ground, not toy exercises.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44805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looks like: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Certified Architect – Foundations readiness, with working tooling built to prove it, not just courses watched.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Program Overview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FTMO Trading Strategy Program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Rigor Matters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trading strategies that “look good” fail the moment they're tested properly.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BEFE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5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APPROACH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4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one lucky historical window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4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checked on unseen (out-of-sample) data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4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realistic fees and slippage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✗"/>
            </a:pPr>
            <a:r>
              <a:rPr lang="en-US" sz="14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trades treated as “proof”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AF1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2057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51460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split, every candidate, every time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Five-fold walk-forward across market regimes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commission + slippage cost modeling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trade-count thresholds before any claim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Methodology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FTMO Trading Strategy Program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We've Built — Phase 1 Complete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6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Trading Engine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0116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→ risk → execution pipeline with a dedicated FTMO compliance engine enforcing loss limits in real 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6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788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Lab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1546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backtesting engine covering multiple symbols, timeframes, and strategies against real historical data.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6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931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Anti-Overfitting Validation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2976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testing, walk-forward folds, and cost stress-testing built in — not bolted on after the fact.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6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074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Market Testing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44068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real symbols, 11 timeframes, multiple strategies — our first full pass through the validation engine.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Progress to Date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FTMO Trading Strategy Program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Findings — Held to an Honest Standard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52360" y="1463040"/>
            <a:ext cx="4160520" cy="411480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2668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AS PROCESS WORKING, NOT FAILURE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7726680" y="22860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strategies have been declared robust — because zero have earned it yet. That is the validation engine doing its job.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34290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B5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 beat every tested strategy at every timeframe of 2 hours or longer — with zero exceptions.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4526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honest baseline Phase 2 builds from — not a setback.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Results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FTMO Trading Strategy Program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Roles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1485900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8590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52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632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Owner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840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priorities; resolves review-queue disagreements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7373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4411980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1198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52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0632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Analyst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840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strategies/indicators; flags results that look like artifacts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7373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7338060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3806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52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0632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Trading Expert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840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risk &amp; sizing realism; signs off on fundability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26880" y="17373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64140" y="20574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6414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520" dirty="0"/>
          </a:p>
        </p:txBody>
      </p:sp>
      <p:sp>
        <p:nvSpPr>
          <p:cNvPr id="21" name="Text 19"/>
          <p:cNvSpPr txBox="1"/>
          <p:nvPr/>
        </p:nvSpPr>
        <p:spPr>
          <a:xfrm>
            <a:off x="9464040" y="30632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Engineering (Claude)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555480" y="3840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tooling; keeps every claim tied to real evidence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Team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FTMO Trading Strategy Program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88720" y="3291840"/>
            <a:ext cx="978408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45970" y="2926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04597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4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384048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4343400"/>
            <a:ext cx="21717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+ agentic research loop — scale the search without hand-writing scripts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91990" y="2926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9199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40" dirty="0"/>
          </a:p>
        </p:txBody>
      </p:sp>
      <p:sp>
        <p:nvSpPr>
          <p:cNvPr id="10" name="Text 8"/>
          <p:cNvSpPr txBox="1"/>
          <p:nvPr/>
        </p:nvSpPr>
        <p:spPr>
          <a:xfrm>
            <a:off x="3771900" y="384048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771900" y="4343400"/>
            <a:ext cx="21717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that structurally block any automation from reaching live orders or credentials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38010" y="2926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3801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4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84048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Review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343400"/>
            <a:ext cx="21717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Analyst + Trading Expert sign-off before any candidate is called real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84030" y="29260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8403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40" dirty="0"/>
          </a:p>
        </p:txBody>
      </p:sp>
      <p:sp>
        <p:nvSpPr>
          <p:cNvPr id="18" name="Text 16"/>
          <p:cNvSpPr txBox="1"/>
          <p:nvPr/>
        </p:nvSpPr>
        <p:spPr>
          <a:xfrm>
            <a:off x="8663940" y="3840480"/>
            <a:ext cx="217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63940" y="4343400"/>
            <a:ext cx="21717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dashboard + research explorer, read-only, for the whole team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Roadmap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FTMO Trading Strategy Program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 &amp; Safety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252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FTMO Compliance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daily loss and 10% total loss limits are enforced automatically and permanently by a dedicated rule engine — a breach halts trading immediately, with no auto-recovery.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■</a:t>
            </a:r>
            <a:endParaRPr lang="en-US" sz="252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Safety Guardrails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9260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safeguards block any AI-driven action from ever reaching live order placement, broker connections, or credential files — enforced structurally, not left to instruction alone.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Risk &amp; Safety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FTMO Trading Strategy Program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Beyond Trading Returns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461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exam domains already being built hands-on in this program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1828800"/>
            <a:ext cx="6492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 &amp; Orchestration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Design &amp; Model Context Protocol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Configuration &amp; Agent SDK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23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Context Management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51206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domain is being learned against this real codebase, not a tutorial — whatever the trading outcome, this capability stays with the team.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  Beyond ROI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FTMO Trading Strategy Program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914400" y="2057400"/>
            <a:ext cx="164592" cy="164592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34440" y="2011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Continued time allocation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3957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Technical Analyst and Trading Expert through the current research cycle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3108960"/>
            <a:ext cx="164592" cy="164592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34440" y="3063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Resourcing sign-off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44728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automation tooling described in this roadmap — no new infrastructure spend required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4160520"/>
            <a:ext cx="164592" cy="164592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3444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fixed checkpoint date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4988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review evidence honestly, on schedule — not a promise of results by then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5669280"/>
            <a:ext cx="2011680" cy="0"/>
          </a:xfrm>
          <a:prstGeom prst="line">
            <a:avLst/>
          </a:prstGeom>
          <a:noFill/>
          <a:ln w="31750">
            <a:solidFill>
              <a:srgbClr val="E3A2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5852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promises on returns yet — real evidence, on a real timeline.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2026-09-05T19:04:58Z</dcterms:created>
  <dcterms:modified xsi:type="dcterms:W3CDTF">2026-09-05T19:04:58Z</dcterms:modified>
</cp:coreProperties>
</file>